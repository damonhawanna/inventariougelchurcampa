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1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E0B2D971-248F-4666-8380-D983A15E1FC7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4CE63-7CEB-8ECC-4C6D-5C38335B9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00D203-D144-6278-8811-B3A955A18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FB921F-405F-F433-B685-945EBF17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92E07-CCD7-E0A5-77CB-EDEB7729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F7ABEB-16BC-679D-D7C4-D7BF5F53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73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466A-5DB2-E705-4286-D90EC77D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B0E9D-F6F7-408B-C723-045CCAC8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3E1CAB-4F3D-E29C-B9DE-B40ABF95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0AD886-BB80-A447-9BB4-30C83EF3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F8370A-6DBA-1DD3-936B-BAE5CC4F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65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CAC6E-AFEB-EE1A-07C7-DA935240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608B25-126F-6503-98D4-5E7659B6A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920CF9-6BE4-BEBE-6429-1D8C2152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206385-7860-A9CD-5B1C-41517AA4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9182C-81E7-AA49-D94C-0F796C52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642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4BF01-07F8-CB37-13A5-6BE8F917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F1756B-B7B8-518F-3255-D27DB6980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A2B041-6318-9990-9F3D-7DD3E7DDF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9279AD-4101-30EC-719F-49805DBE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B2D27C-FC23-BFFA-E0CC-8A9940A2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4819D3-08D8-4B74-A788-9F0DD6BD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681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8E0AA-DDC9-C051-EDBA-DAF242D8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2D6194-F03C-ECE4-C972-A6B7CC518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D94900-CC14-5711-F29D-023EE27B7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A1D146-B7CF-90A4-1DFA-CD912EAD1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CECE11-BAFE-4985-2F31-4A15B942D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CA3F8D-86C4-AA58-874F-42F65902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098E07-DC75-1C15-39BD-E1A632DA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CB422E-11E7-DEAE-9224-7908D117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222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CF6C6-CEAA-53A6-5964-4DEED8D7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8B2761-CCA4-9ABC-1CC2-40E7492F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32B6D8-1392-1AE7-1BF6-DBB4D4BA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96430B-49C9-A9DB-8F19-C30E5387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088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A02FF3-6060-3285-3B63-FEB3AA26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48C62A-763D-D557-226E-1981F127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B8DC3C-8C3C-EC65-328D-F825ECA9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771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CE732-81D8-0F2B-3517-8DFAFDAC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9FD06-DDEE-E9D6-D78D-3A823C8B4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5C65D5-0A37-BFE5-1293-3BFD71088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403AB3-38F0-6DCC-6DB2-4E8FD9E2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C4A91B-C71F-7A12-0F4A-7BB86104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6AB86A-B589-5340-2E94-20B6BF53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887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D342B-2837-A21B-3CAF-0B5F07B2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4E23F7-820A-7248-D3CD-2A4927B32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76DCEA-F848-3178-7824-EF0D9457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40EB7A-CDF4-CEAD-A8A4-6490F111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C23162-9EAC-95B1-1C1B-8098DCA4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365FEC-386B-2C7C-F03D-D1A90811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668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7EA9F-BF85-4422-1D97-6C153175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F7F1A5-7C92-80E7-5CCC-8C4DE5DA9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306A66-B18E-C462-D8DC-3CF8E870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7953C-272F-AC94-1059-46C60D67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29EA7-9482-9C6D-5543-4DE3C2B4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879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5F328C-3EBA-041F-178E-ABA685582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314F52-7112-2C0A-7423-81DABF0F2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1B93B9-5B32-C1D2-D789-0D2CE4C6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C518E7-DF04-9696-0849-BF2BD5BD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260B16-0448-55BB-C026-119D5472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512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00306F-0D8F-349E-364D-EA61FCAD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5D8957-6316-5E76-BA36-F8AF086C1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70B7D5-364F-57EE-6475-EF1C492C7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46C58-52BC-4C30-86C5-1AE27555E1D2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FD004E-4F97-8B0C-2846-FF36EEE68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4D52A0-A2F9-1FC0-0382-C7033D7E3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8C5DF-191E-4578-8C20-AF37476DAC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708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54B73B-1519-5B39-89A0-F6075A754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2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B8BA7C-7384-5B8B-BB84-65AB04C82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8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B9D722F-84A8-E0A7-8D12-C01480667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8"/>
            <a:ext cx="12192000" cy="683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8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5FF45E9-C516-3FC4-ABD2-F25C70AFA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8"/>
            <a:ext cx="12192000" cy="683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0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71F558-91EC-6021-871A-5A13FE927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25"/>
            <a:ext cx="12192000" cy="67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6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6DA793-2481-5031-337E-8219311CD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5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09FFD7-F649-DF67-E0F4-0FF690659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"/>
            <a:ext cx="12192000" cy="685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4062F7-980B-4416-A424-E67B8A754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" y="0"/>
            <a:ext cx="1217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2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BEEEED-D79A-F662-6E7E-E5EBBDDE8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20"/>
            <a:ext cx="12192000" cy="679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4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5B9A52-662F-D63B-2928-9D2E07C4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7" y="0"/>
            <a:ext cx="12149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47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076C19-3EFC-E351-BAA0-99BB6BD79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4"/>
            <a:ext cx="12192000" cy="685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3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329292-BF1E-0697-7C58-961407526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98"/>
            <a:ext cx="12192000" cy="680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6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A958FE-85A7-05B0-B47A-BF441086C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8"/>
            <a:ext cx="12192000" cy="682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8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7253D9-D7E8-3EF9-B681-C53ABA57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82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97B3EF-476B-4517-1250-7CD5C1E0F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40"/>
            <a:ext cx="12192000" cy="6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16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AD0353-2D8A-9E51-163F-0DE47F94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1"/>
            <a:ext cx="12192000" cy="682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1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A6F5B7-CA19-DB81-96B8-FC76AA6E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06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E22DC6-9ACA-1B04-B676-34F85762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" y="0"/>
            <a:ext cx="12170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45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C4122B-9EF0-D20F-8EE7-3907DC9ED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" y="0"/>
            <a:ext cx="12179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06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CB3C8D-E1F8-C45B-C7BC-184D8AAE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464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Panorámica</PresentationFormat>
  <Paragraphs>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SHEIROS ANTHONY SALAS YLLESCA</dc:creator>
  <cp:lastModifiedBy>SHEIROS ANTHONY SALAS YLLESCA</cp:lastModifiedBy>
  <cp:revision>1</cp:revision>
  <dcterms:created xsi:type="dcterms:W3CDTF">2026-06-22T14:55:53Z</dcterms:created>
  <dcterms:modified xsi:type="dcterms:W3CDTF">2026-06-22T15:17:10Z</dcterms:modified>
</cp:coreProperties>
</file>